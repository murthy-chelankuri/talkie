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Shape 1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Welcome to Talkie. It turns a silent screen recording into a narrated demo.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Shape 1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record a browser session, the agent drafts the words, and you export the video.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Talkie Overview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Talkie Overview</a:t>
            </a:r>
          </a:p>
        </p:txBody>
      </p:sp>
      <p:sp>
        <p:nvSpPr>
          <p:cNvPr id="173" name="Record. Narrate. Export.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Record. Narrate. Export.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How it work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it works</a:t>
            </a:r>
          </a:p>
        </p:txBody>
      </p:sp>
      <p:sp>
        <p:nvSpPr>
          <p:cNvPr id="17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Capture a sess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Capture a session</a:t>
            </a:r>
          </a:p>
          <a:p>
            <a:pPr/>
            <a:r>
              <a:t>Draft the narration</a:t>
            </a:r>
          </a:p>
          <a:p>
            <a:pPr/>
            <a:r>
              <a:t>Export an MP4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